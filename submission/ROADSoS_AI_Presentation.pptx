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0" y="1097280"/>
            <a:ext cx="2103120" cy="21031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0"/>
              </a:spcBef>
              <a:defRPr sz="4800" b="1">
                <a:solidFill>
                  <a:srgbClr val="FFFFFF"/>
                </a:solidFill>
              </a:defRPr>
            </a:pPr>
            <a:r>
              <a:t>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ROADSoS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AI-Powered Emergency Response &amp; Disaster Assistance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5212080"/>
            <a:ext cx="301752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Road Safety Hackathon 2026  |  BIMSTEC International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B82F6"/>
                </a:solidFill>
                <a:latin typeface="Calibri"/>
              </a:defRPr>
            </a:pPr>
            <a:r>
              <a:t>github.com/Harshal2007vk/ROADSOS-AI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C2626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Every year, 1.19 million lives are lost to road crashes. Most deaths in the BIMSTEC region are preventable.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Delayed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30-45 min average response time in rural areas. The Golden Hour window is missed for most victims.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No First-Aid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Bystanders lack basic first-aid skills. Improper handling worsens 40% of spinal injuries.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Poor Connectivity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Highway dead zones and rural areas have no cellular coverage when accidents occur.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Information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First responders arrive without knowing victim blood type, allergies, or medications.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84048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023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Resource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48056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Victims cannot locate nearest hospitals in unfamiliar areas during panic.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84048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023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Family in the Dark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8056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No real-time visibility for families. Hours of uncertainty and panic.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C2626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ROADSoS AI transforms any smartphone into a life-saving device in 3 phases.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PHASE 1: 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9260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One-tap SOS button with 5-sec countdown</a:t>
            </a:r>
            <a:br/>
            <a:br/>
            <a:r>
              <a:t>Auto crash detection via accelerometer</a:t>
            </a:r>
            <a:br/>
            <a:br/>
            <a:r>
              <a:t>GPS lock + Black Box data capture</a:t>
            </a:r>
            <a:br/>
            <a:br/>
            <a:r>
              <a:t>Speed, heading, battery, network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4747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82880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PHASE 2: ASSESS &amp; FIND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286000"/>
            <a:ext cx="29260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Gemini AI severity assessment (1-5 scale)</a:t>
            </a:r>
            <a:br/>
            <a:br/>
            <a:r>
              <a:t>Step-by-step first-aid with audio</a:t>
            </a:r>
            <a:br/>
            <a:br/>
            <a:r>
              <a:t>Nearest hospitals via Overpass API</a:t>
            </a:r>
            <a:br/>
            <a:br/>
            <a:r>
              <a:t>Police &amp; fire stations on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45920"/>
            <a:ext cx="34747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82880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PHASE 3: COMMUNICATE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286000"/>
            <a:ext cx="29260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Shareable family tracking link</a:t>
            </a:r>
            <a:br/>
            <a:br/>
            <a:r>
              <a:t>No-login public tracking page</a:t>
            </a:r>
            <a:br/>
            <a:br/>
            <a:r>
              <a:t>Real-time location + status updates</a:t>
            </a:r>
            <a:br/>
            <a:br/>
            <a:r>
              <a:t>PDF/TXT/JSON incident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C2626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5176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One-Tap 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Big SOS button with GPS lock, countdown timer, haptic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188720"/>
            <a:ext cx="265176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AI First 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Gemini AI severity rating + audio-guided first-aid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265176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Crash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Accelerometer-based auto-SOS when G-force &gt; 4G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188720"/>
            <a:ext cx="265176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Resource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18288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Hospitals, police, fire stations on interactive Leaflet 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17520"/>
            <a:ext cx="265176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00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Offline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Medical profile + resources cached for zero-connectivity 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017520"/>
            <a:ext cx="265176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200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QR Medical Card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657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Scannable QR with blood type, allergies, medications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017520"/>
            <a:ext cx="265176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200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Family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657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Public link for real-time incident monitoring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3017520"/>
            <a:ext cx="265176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3200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Black 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657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GPS, speed, heading, network, battery recorded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46320"/>
            <a:ext cx="265176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029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Disaster 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864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Flood, earthquake, cyclone - tailored AI responses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4846320"/>
            <a:ext cx="265176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5029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Admin Heatmap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4864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Incident density visualization for urban planning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846320"/>
            <a:ext cx="265176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5029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Report Generator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4864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PDF, TXT, JSON reports for insurance &amp; legal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4846320"/>
            <a:ext cx="265176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5029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Readiness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54864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100-point gamified system for profile completion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C2626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00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CLIENT (PWA)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HTML5 + TailwindCSS + Leaflet.js</a:t>
            </a:r>
            <a:br/>
            <a:r>
              <a:t>Service Worker + localStorage</a:t>
            </a:r>
            <a:br/>
            <a:r>
              <a:t>DeviceMotionEvent (Crash Detection)</a:t>
            </a:r>
            <a:br/>
            <a:r>
              <a:t>Web Speech API (Audio First Aid)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71600"/>
            <a:ext cx="3200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FASTAPI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0116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Routes: api.py, auth.py, pages.py</a:t>
            </a:r>
            <a:br/>
            <a:r>
              <a:t>Services: user, incident, report</a:t>
            </a:r>
            <a:br/>
            <a:r>
              <a:t>Models: User, Incident, Medical</a:t>
            </a:r>
            <a:br/>
            <a:r>
              <a:t>JWT Auth + bcrypt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200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EXTERNAL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0116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Google Gemini AI (gemini-2.0-flash)</a:t>
            </a:r>
            <a:br/>
            <a:r>
              <a:t>Overpass API (OpenStreetMap)</a:t>
            </a:r>
            <a:br/>
            <a:r>
              <a:t>OSM Tile Server (Map Rendering)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4114800"/>
            <a:ext cx="3200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4297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79" y="47548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SQLAlchemy 2.0 ORM</a:t>
            </a:r>
            <a:br/>
            <a:r>
              <a:t>SQLite Database</a:t>
            </a:r>
            <a:br/>
            <a:r>
              <a:t>QR Code Generator (qrcode + Pillow)</a:t>
            </a:r>
            <a:br/>
            <a:r>
              <a:t>ReportLab PDF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114800"/>
            <a:ext cx="3200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297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OFFLINE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7548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Service Worker Asset Caching</a:t>
            </a:r>
            <a:br/>
            <a:r>
              <a:t>localStorage Emergency Pack</a:t>
            </a:r>
            <a:br/>
            <a:r>
              <a:t>PWA Manifest (Installable)</a:t>
            </a:r>
            <a:br/>
            <a:r>
              <a:t>Graceful Degradation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C2626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10312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554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5544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FastAPI 0.111+</a:t>
            </a:r>
            <a:br/>
            <a:r>
              <a:t>Async Python</a:t>
            </a:r>
            <a:br/>
            <a:r>
              <a:t>Pydantic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188720"/>
            <a:ext cx="210312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39" y="1371600"/>
            <a:ext cx="1554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39" y="1828800"/>
            <a:ext cx="15544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SQLAlchemy 2.0</a:t>
            </a:r>
            <a:br/>
            <a:r>
              <a:t>SQLite</a:t>
            </a:r>
            <a:br/>
            <a:r>
              <a:t>Auto-migration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188720"/>
            <a:ext cx="210312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59" y="1371600"/>
            <a:ext cx="1554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59" y="1828800"/>
            <a:ext cx="15544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Google Gemini</a:t>
            </a:r>
            <a:br/>
            <a:r>
              <a:t>gemini-2.0-flash</a:t>
            </a:r>
            <a:br/>
            <a:r>
              <a:t>Severity + First Aid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59" y="1188720"/>
            <a:ext cx="210312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1371600"/>
            <a:ext cx="1554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1828800"/>
            <a:ext cx="15544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HTML5 + Tailwind</a:t>
            </a:r>
            <a:br/>
            <a:r>
              <a:t>Vanilla JavaScript</a:t>
            </a:r>
            <a:br/>
            <a:r>
              <a:t>Jinja2 Templates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1188720"/>
            <a:ext cx="210312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1371600"/>
            <a:ext cx="1554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Maps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1828800"/>
            <a:ext cx="15544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Leaflet.js</a:t>
            </a:r>
            <a:br/>
            <a:r>
              <a:t>OpenStreetMap</a:t>
            </a:r>
            <a:br/>
            <a:r>
              <a:t>Leaflet.heat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210312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1554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Geospatial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15544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Overpass API</a:t>
            </a:r>
            <a:br/>
            <a:r>
              <a:t>OSM Queries</a:t>
            </a:r>
            <a:br/>
            <a:r>
              <a:t>Radius Search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3931920"/>
            <a:ext cx="210312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39" y="4114800"/>
            <a:ext cx="1554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39" y="4572000"/>
            <a:ext cx="15544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ReportLab PDF</a:t>
            </a:r>
            <a:br/>
            <a:r>
              <a:t>TXT + JSON</a:t>
            </a:r>
            <a:br/>
            <a:r>
              <a:t>Full Incident Log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0" y="3931920"/>
            <a:ext cx="210312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59" y="4114800"/>
            <a:ext cx="1554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59" y="4572000"/>
            <a:ext cx="15544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JWT (PyJWT)</a:t>
            </a:r>
            <a:br/>
            <a:r>
              <a:t>bcrypt Hashing</a:t>
            </a:r>
            <a:br/>
            <a:r>
              <a:t>Session Cookies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59" y="3931920"/>
            <a:ext cx="210312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4114800"/>
            <a:ext cx="1554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PWA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4572000"/>
            <a:ext cx="15544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Service Worker</a:t>
            </a:r>
            <a:br/>
            <a:r>
              <a:t>Web Manifest</a:t>
            </a:r>
            <a:br/>
            <a:r>
              <a:t>Offline Caching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3931920"/>
            <a:ext cx="210312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4114800"/>
            <a:ext cx="1554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4572000"/>
            <a:ext cx="15544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Docker</a:t>
            </a:r>
            <a:br/>
            <a:r>
              <a:t>Uvicorn ASGI</a:t>
            </a:r>
            <a:br/>
            <a:r>
              <a:t>Render.com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C2626"/>
                </a:solidFill>
                <a:latin typeface="Calibri"/>
              </a:defRPr>
            </a:pPr>
            <a:r>
              <a:t>AI INTEGRATION - GOOGLE GEMINI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The intelligent core powering real-time emergency assessment and guidance.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Severity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926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Analyzes incident context and produces a 1-5 severity rating.</a:t>
            </a:r>
            <a:br/>
            <a:br/>
            <a:r>
              <a:t>1 = Minor scratch</a:t>
            </a:r>
            <a:br/>
            <a:r>
              <a:t>2 = Moderate injury</a:t>
            </a:r>
            <a:br/>
            <a:r>
              <a:t>3 = Serious, needs hospital</a:t>
            </a:r>
            <a:br/>
            <a:r>
              <a:t>4 = Critical, life-threatening</a:t>
            </a:r>
            <a:br/>
            <a:r>
              <a:t>5 = Mass casualty event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47472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82880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First-Aid Guidance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286000"/>
            <a:ext cx="2926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Generates situation-specific instructions:</a:t>
            </a:r>
            <a:br/>
            <a:br/>
            <a:r>
              <a:t>- Step-by-step actions</a:t>
            </a:r>
            <a:br/>
            <a:r>
              <a:t>- Tailored to injury type</a:t>
            </a:r>
            <a:br/>
            <a:r>
              <a:t>- Audio via Web Speech API</a:t>
            </a:r>
            <a:br/>
            <a:r>
              <a:t>- Bystander skill level aware</a:t>
            </a:r>
            <a:br/>
            <a:r>
              <a:t>- Updates as situation evolves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45920"/>
            <a:ext cx="347472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82880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Incident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286000"/>
            <a:ext cx="2926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Structured reports for responders:</a:t>
            </a:r>
            <a:br/>
            <a:br/>
            <a:r>
              <a:t>- Location + coordinates</a:t>
            </a:r>
            <a:br/>
            <a:r>
              <a:t>- Victim count + descriptions</a:t>
            </a:r>
            <a:br/>
            <a:r>
              <a:t>- Injury type classification</a:t>
            </a:r>
            <a:br/>
            <a:r>
              <a:t>- Recommended resources</a:t>
            </a:r>
            <a:br/>
            <a:r>
              <a:t>- Timeline of events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C2626"/>
                </a:solidFill>
                <a:latin typeface="Calibri"/>
              </a:defRPr>
            </a:pPr>
            <a:r>
              <a:t>OFFLINE-FIRST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Designed for BIMSTEC regions where connectivity is unreliable at accident sites.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Service Worker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Caches all UI assets on first visit:</a:t>
            </a:r>
            <a:br/>
            <a:r>
              <a:t>- TailwindCSS framework</a:t>
            </a:r>
            <a:br/>
            <a:r>
              <a:t>- Leaflet.js map library</a:t>
            </a:r>
            <a:br/>
            <a:r>
              <a:t>- FontAwesome icons</a:t>
            </a:r>
            <a:br/>
            <a:r>
              <a:t>- All HTML templates</a:t>
            </a:r>
            <a:br/>
            <a:r>
              <a:t>- JavaScript modules</a:t>
            </a:r>
            <a:br/>
            <a:br/>
            <a:r>
              <a:t>App loads from cache on repeat visits.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6517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Emergency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28600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User downloads to localStorage:</a:t>
            </a:r>
            <a:br/>
            <a:r>
              <a:t>- Complete medical profile</a:t>
            </a:r>
            <a:br/>
            <a:r>
              <a:t>- Blood group + allergies</a:t>
            </a:r>
            <a:br/>
            <a:r>
              <a:t>- Nearby hospitals list</a:t>
            </a:r>
            <a:br/>
            <a:r>
              <a:t>- Police station locations</a:t>
            </a:r>
            <a:br/>
            <a:r>
              <a:t>- Fire station locations</a:t>
            </a:r>
            <a:br/>
            <a:br/>
            <a:r>
              <a:t>Available with zero connectivity.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26517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PWA Install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Installable on home screen:</a:t>
            </a:r>
            <a:br/>
            <a:r>
              <a:t>- Standalone display mode</a:t>
            </a:r>
            <a:br/>
            <a:r>
              <a:t>- Custom app icon</a:t>
            </a:r>
            <a:br/>
            <a:r>
              <a:t>- Native app feel</a:t>
            </a:r>
            <a:br/>
            <a:r>
              <a:t>- No app store needed</a:t>
            </a:r>
            <a:br/>
            <a:r>
              <a:t>- Instant distribution</a:t>
            </a:r>
            <a:br/>
            <a:br/>
            <a:r>
              <a:t>Works across all platforms.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645920"/>
            <a:ext cx="26517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Graceful 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28600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When fully offline:</a:t>
            </a:r>
            <a:br/>
            <a:r>
              <a:t>- Cached first-aid shown</a:t>
            </a:r>
            <a:br/>
            <a:r>
              <a:t>- Cached resources on map</a:t>
            </a:r>
            <a:br/>
            <a:r>
              <a:t>- GPS still captures location</a:t>
            </a:r>
            <a:br/>
            <a:r>
              <a:t>- SOS queued for later send</a:t>
            </a:r>
            <a:br/>
            <a:r>
              <a:t>- Medical QR still works</a:t>
            </a:r>
            <a:br/>
            <a:br/>
            <a:r>
              <a:t>Never leaves user stranded.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C2626"/>
                </a:solidFill>
                <a:latin typeface="Calibri"/>
              </a:defRPr>
            </a:pPr>
            <a:r>
              <a:t>IMPACT &amp; SCALABILITY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IMMEDIATE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Reduces effective response time from 30+ min to seconds with AI first-aid</a:t>
            </a:r>
            <a:br/>
            <a:br/>
            <a:r>
              <a:t>Bridges first-aid knowledge gap for 2 billion+ BIMSTEC citizens</a:t>
            </a:r>
            <a:br/>
            <a:br/>
            <a:r>
              <a:t>Works offline in connectivity-dead zones across rural highways</a:t>
            </a:r>
            <a:br/>
            <a:br/>
            <a:r>
              <a:t>Empowers families with real-time tracking and peace of mind</a:t>
            </a:r>
            <a:br/>
            <a:br/>
            <a:r>
              <a:t>Provides incident heatmap data for urban safety planning</a:t>
            </a:r>
            <a:br/>
            <a:br/>
            <a:r>
              <a:t>Gamified readiness score encourages preparedness culture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SCALABILITY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SQLite -&gt; PostgreSQL for production-scale deployments</a:t>
            </a:r>
            <a:br/>
            <a:br/>
            <a:r>
              <a:t>Docker containerized for any cloud provider</a:t>
            </a:r>
            <a:br/>
            <a:br/>
            <a:r>
              <a:t>Stateless API enables horizontal scaling</a:t>
            </a:r>
            <a:br/>
            <a:br/>
            <a:r>
              <a:t>PWA eliminates app store dependencies</a:t>
            </a:r>
            <a:br/>
            <a:br/>
            <a:r>
              <a:t>Gemini API supports BIMSTEC languages natively</a:t>
            </a:r>
            <a:br/>
            <a:br/>
            <a:r>
              <a:t>Open architecture for national emergency API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C2626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5176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NOW -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One-tap SOS + AI Assessment</a:t>
            </a:r>
            <a:br/>
            <a:r>
              <a:t>Auto crash detection</a:t>
            </a:r>
            <a:br/>
            <a:r>
              <a:t>Offline emergency pack</a:t>
            </a:r>
            <a:br/>
            <a:r>
              <a:t>Family tracking links</a:t>
            </a:r>
            <a:br/>
            <a:r>
              <a:t>Admin heatmap</a:t>
            </a:r>
            <a:br/>
            <a:r>
              <a:t>Report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188720"/>
            <a:ext cx="265176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Q3 2026 -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National emergency API (108/112)</a:t>
            </a:r>
            <a:br/>
            <a:r>
              <a:t>Multi-language AI (BIMSTEC)</a:t>
            </a:r>
            <a:br/>
            <a:r>
              <a:t>Real-time ambulance tracking</a:t>
            </a:r>
            <a:br/>
            <a:r>
              <a:t>SMS fallback for no-internet</a:t>
            </a:r>
            <a:br/>
            <a:r>
              <a:t>Community responder network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265176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Q4 2026 - v3.0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Vehicle OBD-II integration</a:t>
            </a:r>
            <a:br/>
            <a:r>
              <a:t>Wearable health monitoring</a:t>
            </a:r>
            <a:br/>
            <a:r>
              <a:t>Hospital bed availability</a:t>
            </a:r>
            <a:br/>
            <a:r>
              <a:t>Insurance claim automation</a:t>
            </a:r>
            <a:br/>
            <a:r>
              <a:t>Predictive accident hotspots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188720"/>
            <a:ext cx="265176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2027 - v4.0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18288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Cross-border BIMSTEC protocol</a:t>
            </a:r>
            <a:br/>
            <a:r>
              <a:t>Drone dispatch for remote areas</a:t>
            </a:r>
            <a:br/>
            <a:r>
              <a:t>AR first-aid overlays</a:t>
            </a:r>
            <a:br/>
            <a:r>
              <a:t>Blockchain incident records</a:t>
            </a:r>
            <a:br/>
            <a:r>
              <a:t>Government dashboard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0" y="914400"/>
            <a:ext cx="2103120" cy="21031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500"/>
              </a:spcBef>
              <a:defRPr sz="4200" b="1">
                <a:solidFill>
                  <a:srgbClr val="FFFFFF"/>
                </a:solidFill>
              </a:defRPr>
            </a:pPr>
            <a:r>
              <a:t>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Saving lives during the Golden Hour with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846320"/>
            <a:ext cx="301752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120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Calibri"/>
              </a:defRPr>
            </a:pPr>
            <a:r>
              <a:t>github.com/Harshal2007vk/ROADSOS-AI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577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Calibri"/>
              </a:defRPr>
            </a:pPr>
            <a:r>
              <a:t>roadsos-ai.onrender.com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Demo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035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  <a:latin typeface="Calibri"/>
              </a:defRPr>
            </a:pPr>
            <a:r>
              <a:t>demo@roadsos.ai  /  demo1234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